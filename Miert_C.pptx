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12" y="2420242"/>
            <a:ext cx="1933575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5813" y="3020317"/>
            <a:ext cx="2980372" cy="78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sz="5400" b="1" i="0" u="none">
                <a:solidFill>
                  <a:srgbClr val="FFFFFF"/>
                </a:solidFill>
                <a:latin typeface="Poppins"/>
              </a:rPr>
              <a:t>Miért 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1575" y="4189958"/>
            <a:ext cx="22288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Készítette: </a:t>
            </a:r>
            <a:r>
              <a:rPr sz="1650" b="1" i="0" u="none">
                <a:solidFill>
                  <a:srgbClr val="FFFFFF"/>
                </a:solidFill>
                <a:latin typeface="Inter"/>
              </a:rPr>
              <a:t>Illés Emese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337" y="2525017"/>
            <a:ext cx="20002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2316"/>
            <a:ext cx="5405437" cy="116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582316"/>
            <a:ext cx="5405437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2491"/>
            <a:ext cx="5405437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982491"/>
            <a:ext cx="5405437" cy="1169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Miért C?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877591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9725" y="3018532"/>
            <a:ext cx="39052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0F172A"/>
                </a:solidFill>
                <a:latin typeface="Inter SemiBold"/>
              </a:rPr>
              <a:t>1. Közvetlen hardverkezelés és hatékonyság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877591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3287" y="3018532"/>
            <a:ext cx="380047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0F172A"/>
                </a:solidFill>
                <a:latin typeface="Inter SemiBold"/>
              </a:rPr>
              <a:t>2. Determinisztikus és valós idejű működés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28148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9725" y="4277766"/>
            <a:ext cx="4090987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0F172A"/>
                </a:solidFill>
                <a:latin typeface="Inter SemiBold"/>
              </a:rPr>
              <a:t>3. Bejáratott szabványok és biztonság (MISRA C)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1287" y="4281487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53287" y="4277766"/>
            <a:ext cx="4090987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0F172A"/>
                </a:solidFill>
                <a:latin typeface="Inter SemiBold"/>
              </a:rPr>
              <a:t>4. Hatalmas történelmi örökség és támogatottság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3039516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0" y="3039516"/>
            <a:ext cx="2190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9650" y="4443412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8925" y="4443412"/>
            <a:ext cx="276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Közvetlen hardverkezelés és hatékonyság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325" y="27622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62250"/>
            <a:ext cx="505777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 C nyelv lehetővé teszi a mikrokontrollerek regisztereinek és a memória (RAM) közvetlen elérését és manipulálását.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8671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867150"/>
            <a:ext cx="505777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(ECU) gyakran korlátozott memóriával és számítási teljesítménnyel rendelkezik, a kódnak a lehető legkisebbnek és leggyorsabbnak kell lennie.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57400"/>
            <a:ext cx="5286375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Determinisztikus és valós idejű működés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137" y="3359497"/>
            <a:ext cx="41910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978622"/>
            <a:ext cx="45053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2400" b="1" i="0" u="none">
                <a:solidFill>
                  <a:srgbClr val="2563EB"/>
                </a:solidFill>
                <a:latin typeface="Poppins"/>
              </a:rPr>
              <a:t>Ezredmásodperces reagálás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850" y="30670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067050"/>
            <a:ext cx="5095875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Magasabb szintű nyelvek =&gt; memória automatikus felszabadítása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850" y="38671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867150"/>
            <a:ext cx="5095875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C-ben nincs ilyen, ami leálláshoz vezet, így determinikus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5100"/>
            <a:ext cx="11049000" cy="232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Bejáratott szabványok és biztonság (MISRA 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7325" y="3095625"/>
            <a:ext cx="1026128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2563EB"/>
                </a:solidFill>
                <a:latin typeface="Poppins SemiBold"/>
              </a:rPr>
              <a:t>MISRA 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3171825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475" y="37433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3743325"/>
            <a:ext cx="99917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MISRA C =&gt; megtiltja a nyelv veszélyes funkcióinak használatát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41910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4191000"/>
            <a:ext cx="99917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Kritikus rendszerekhez igazodik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8900"/>
            <a:ext cx="5381625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28900"/>
            <a:ext cx="5381625" cy="247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Hatalmas történelmi örökség és támogatottság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19425"/>
            <a:ext cx="4830603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oppins SemiBold"/>
              </a:rPr>
              <a:t>Fordító támogatottság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495675"/>
            <a:ext cx="4600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 piacon lévő szinte összes mikrokontroller-gyártó biztosít C-fordítót (compiler) a chipjeihez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19425"/>
            <a:ext cx="4830603" cy="333375"/>
          </a:xfrm>
          <a:prstGeom prst="rect">
            <a:avLst/>
          </a:prstGeom>
          <a:noFill/>
        </p:spPr>
        <p:txBody>
          <a:bodyPr wrap="square" lIns="35242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oppins SemiBold"/>
              </a:rPr>
              <a:t>Iparági alapok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95675"/>
            <a:ext cx="4600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Az autóiparban évtizedek alatt felhalmozott, milliárdos értékű, alaposan letesztelt szoftveres alapok (pl. az AUTOSAR platform) mind C-re épülnek.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0670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067050"/>
            <a:ext cx="2571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5100"/>
            <a:ext cx="11049000" cy="232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Milyen másik nyelv lehetne?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7325" y="3095625"/>
            <a:ext cx="1026128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EA580C"/>
                </a:solidFill>
                <a:latin typeface="Poppins SemiBold"/>
              </a:rPr>
              <a:t>Rust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3171825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475" y="37433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3743325"/>
            <a:ext cx="99917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Hasonló hardwer közeli sebesség, alacsony erőforrás igény, valós idejű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41910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4191000"/>
            <a:ext cx="99917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ISO 26262 szerint is elfogadott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oppins"/>
              </a:rPr>
              <a:t>Köszönöm a figyelmet!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695450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Miért 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42120"/>
            <a:ext cx="11049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Inter Medium"/>
              </a:rPr>
              <a:t>Házi feladat | Illés Emese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290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23357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https://img.magnific.com/free-photo/closeup-electronic-circuit-board-with-cpu-microchip-electronic-components-background_1387-851.jpg?semt=ais_hybrid&amp;w=740&amp;q=80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967162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</Words>
  <Application>Microsoft Office PowerPoint</Application>
  <PresentationFormat>Szélesvásznú</PresentationFormat>
  <Paragraphs>41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Emese Illés</cp:lastModifiedBy>
  <cp:revision>2</cp:revision>
  <dcterms:created xsi:type="dcterms:W3CDTF">2013-01-27T09:14:16Z</dcterms:created>
  <dcterms:modified xsi:type="dcterms:W3CDTF">2026-09-17T12:15:46Z</dcterms:modified>
  <cp:category/>
</cp:coreProperties>
</file>